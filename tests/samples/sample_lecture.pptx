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exam question from 2023: why not always hash indexes?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EXPLAIN output live in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5: Database Indexing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Databases II — Lecture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Indexes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table scan costs O(n)</a:t>
            </a:r>
          </a:p>
          <a:p>
            <a:pPr lvl="1"/>
            <a:r>
              <a:t>B-tree indexes give O(log n) lookups</a:t>
            </a:r>
          </a:p>
          <a:p>
            <a:pPr lvl="1"/>
            <a:r>
              <a:t>Hash indexes give O(1) equality lookup</a:t>
            </a:r>
          </a:p>
          <a:p>
            <a:pPr lvl="2"/>
            <a:r>
              <a:t>but no range support</a:t>
            </a:r>
          </a:p>
          <a:p>
            <a:r>
              <a:t>Composite indexes follow leftmost-prefix rule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 type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B-tree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plan example</a:t>
            </a:r>
          </a:p>
        </p:txBody>
      </p:sp>
      <p:pic>
        <p:nvPicPr>
          <p:cNvPr id="3" name="Picture 2" descr="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